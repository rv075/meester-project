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E8C213-9FAB-966D-D275-CFF9A8BCDDEB}" v="1" dt="2026-05-12T07:16:41.148"/>
    <p1510:client id="{709BD999-AE82-0906-0F34-3083381C8E26}" v="123" dt="2026-05-12T07:40:03.577"/>
    <p1510:client id="{774D8322-F486-44C8-A4A2-575D45069359}" v="1221" dt="2026-05-12T07:34:56.955"/>
    <p1510:client id="{BB2A4EF5-25C7-AA0F-0DC2-F5DF80A464C1}" v="52" dt="2026-05-12T07:12:59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6313C6-A032-C9A3-14E8-5089F849C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485C48D-8054-E2AE-E2B1-8FE1F548D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3631959-7F39-BD46-3073-7FB8A02C5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7F4F684-53F1-C28B-969C-CB34D064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4AD9110-2337-9940-A0D9-9FD2B5EB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338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FC49E1-BE49-447F-A653-55FEBD9A2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45A02DF-516E-38C6-2F5E-2B6D5C132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9F206A6-3FFE-5A55-D8A3-DD1F67E2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8752306-DCB6-9A0A-9D88-C4E7C85F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9371E93-5972-68F6-3327-5B726DFF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153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2C550-443D-E69C-EC06-C549136F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FDDE807-A072-1188-7F10-C7BCD0864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42EFEC0-45FF-4406-6F29-8B252C77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C3350E8-7AC2-1647-5A59-FD34F7CC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791A452-F490-4BC6-7A26-27D5FB70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4153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B9F12-11B0-2A5D-A380-7B385004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0C7EBC8-DECF-F495-628F-A2A613B5A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FE4198B-C766-67E7-61E5-A9BD05134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19BB5C0-68E6-6C41-87EE-08D07F12C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9383C32-C66E-64A5-A248-F55C1B05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C939E4D-BE09-A11D-7CFC-2B182B25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5294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4E226-1900-5FF4-C0D4-B35E108F3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4A2F23B-030B-DC20-7549-7877E47D0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12BC9D3-9F31-BD0F-C266-27FF98360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F2C8560-CAB5-6939-3D7F-9895C0C65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D6A1DFA-C5E7-D41A-1CD3-555A5F2FB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F2E6691-8097-79CF-3FB0-AF8275E1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8C7F7E1-4B14-DAC4-E0C9-F868F16D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63F4ECF-E794-BBE1-F203-DD7A927D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291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1BE094-CC5F-4FBE-4CE6-D7F82C14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6E7DC0E-9B7A-2306-7855-1485C221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C987EA9-3B8D-7B6D-60E1-D7189B6C7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FE7E295-9D0E-FEBF-E514-81BE93D5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913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7D93FE9-91CC-E1C8-F8C9-EB77EE2A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AE425D-4A23-8950-44E9-EDCEA87B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B73B7BF-CA9F-F20D-7275-A400862E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2216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10BA8B-2B2F-98E8-94C9-62713DB8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547F6F3-2C38-7FF4-63FC-614930E9D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755F91A-A9D2-1131-15AD-9C3D92F4F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07041D5-74B7-63B6-CA7A-1DE9CC41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9D349B3-451E-933B-CB8D-A1682C8CD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47EE148-D3E8-E1EA-59DA-31644D55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309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7593BE-D8AF-6428-EF3A-226E9ABA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28171CA-0960-6918-592C-9C404CDC7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21144FF-EA8A-FE8D-DB6F-C626674C7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983BED9-1710-5342-B518-AE033258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2D977F9-E0C2-A476-28C4-64BA3A3B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96F359F-6212-68F2-275A-137C0436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50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6007F8-4790-4FC0-02FE-3380C110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3DEF079-27BA-B6F4-9B8E-3E11C6144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70991F-2324-2183-4587-127A24C8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E5DBC25-E929-D44E-0AA3-14D5BD95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579F504-F666-4E69-C7D6-784D9437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330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8433668-9438-FA67-06B4-46F074DB3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171FEDD-EEB7-1357-4AF6-C72386820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2D5AF6C-07F8-5ED0-E121-9B3DE1D4F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9FC8CC-3332-EB57-3285-89589088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8463B86-BF02-70FC-CEF5-B5C99F27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918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840EB3-3ECF-AD85-2FB3-2A9291CA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2C7F811-CB90-9502-98A4-95941E744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F6CEB7-6355-C97A-EB43-61998AFE4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5C8FB-6996-481D-8568-C2CF34930B85}" type="datetimeFigureOut">
              <a:rPr lang="nl-NL" smtClean="0"/>
              <a:t>19-5-2026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38D7CDC-168D-449A-7C82-2AA3486AB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B18D4ED-3E06-DB3C-8A2D-87D383609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C01D52-F7AD-45DC-AC0F-FAB86EFCAEA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747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4E7F55-1CB6-F08D-9B20-6B7AB6570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658" y="4278270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nl-NL" sz="4400">
                <a:solidFill>
                  <a:schemeClr val="tx2"/>
                </a:solidFill>
              </a:rPr>
              <a:t>The Time </a:t>
            </a:r>
            <a:r>
              <a:rPr lang="nl-NL" sz="4400" err="1">
                <a:solidFill>
                  <a:schemeClr val="tx2"/>
                </a:solidFill>
              </a:rPr>
              <a:t>Traveler</a:t>
            </a:r>
            <a:endParaRPr lang="nl-NL" sz="4400">
              <a:solidFill>
                <a:schemeClr val="tx2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3E6C706-654B-4FCE-3297-00D68B39F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658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nl-NL" sz="2000" b="1">
                <a:solidFill>
                  <a:schemeClr val="tx2"/>
                </a:solidFill>
              </a:rPr>
              <a:t>Pitch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Klok">
            <a:extLst>
              <a:ext uri="{FF2B5EF4-FFF2-40B4-BE49-F238E27FC236}">
                <a16:creationId xmlns:a16="http://schemas.microsoft.com/office/drawing/2014/main" id="{2B120E2E-119D-7B55-E0EA-03011E1FF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29055B0F-95BF-CAE6-D3CF-9BE11FCAC1FF}"/>
              </a:ext>
            </a:extLst>
          </p:cNvPr>
          <p:cNvSpPr txBox="1"/>
          <p:nvPr/>
        </p:nvSpPr>
        <p:spPr>
          <a:xfrm>
            <a:off x="632533" y="4924759"/>
            <a:ext cx="33674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i="1">
                <a:ea typeface="+mn-lt"/>
                <a:cs typeface="+mn-lt"/>
              </a:rPr>
              <a:t>Sander, Danny, Roxanne, Robert</a:t>
            </a:r>
          </a:p>
          <a:p>
            <a:pPr algn="l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643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5D283F2-6357-C6B4-1486-B6D8A107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nl-NL" sz="4000">
                <a:solidFill>
                  <a:schemeClr val="tx2"/>
                </a:solidFill>
              </a:rPr>
              <a:t>Concept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600656A-58C4-504C-8552-FCCC9647A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sz="1800">
                <a:solidFill>
                  <a:schemeClr val="tx2"/>
                </a:solidFill>
              </a:rPr>
              <a:t>2d platformer</a:t>
            </a:r>
          </a:p>
          <a:p>
            <a:r>
              <a:rPr lang="nl-NL" sz="1800">
                <a:solidFill>
                  <a:schemeClr val="tx2"/>
                </a:solidFill>
              </a:rPr>
              <a:t>Singleplayer </a:t>
            </a:r>
          </a:p>
          <a:p>
            <a:r>
              <a:rPr lang="nl-NL" sz="1800">
                <a:solidFill>
                  <a:schemeClr val="tx2"/>
                </a:solidFill>
              </a:rPr>
              <a:t>Tijdreizen</a:t>
            </a:r>
          </a:p>
          <a:p>
            <a:r>
              <a:rPr lang="nl-NL" sz="1800">
                <a:solidFill>
                  <a:schemeClr val="tx2"/>
                </a:solidFill>
              </a:rPr>
              <a:t>Main &amp; side quests</a:t>
            </a:r>
          </a:p>
          <a:p>
            <a:r>
              <a:rPr lang="nl-NL" sz="1800">
                <a:solidFill>
                  <a:schemeClr val="tx2"/>
                </a:solidFill>
              </a:rPr>
              <a:t>Upgrades/abilities</a:t>
            </a:r>
          </a:p>
          <a:p>
            <a:r>
              <a:rPr lang="nl-NL" sz="1800">
                <a:solidFill>
                  <a:schemeClr val="tx2"/>
                </a:solidFill>
              </a:rPr>
              <a:t>Unity (game engine)</a:t>
            </a:r>
          </a:p>
          <a:p>
            <a:r>
              <a:rPr lang="nl-NL" sz="1800">
                <a:solidFill>
                  <a:schemeClr val="tx2"/>
                </a:solidFill>
              </a:rPr>
              <a:t>Achievements </a:t>
            </a:r>
          </a:p>
          <a:p>
            <a:r>
              <a:rPr lang="nl-NL" sz="1800">
                <a:solidFill>
                  <a:schemeClr val="tx2"/>
                </a:solidFill>
              </a:rPr>
              <a:t>Shop</a:t>
            </a:r>
          </a:p>
          <a:p>
            <a:r>
              <a:rPr lang="nl-NL" sz="1800">
                <a:solidFill>
                  <a:schemeClr val="tx2"/>
                </a:solidFill>
              </a:rPr>
              <a:t>Opslaan van abilities/voortgang in database</a:t>
            </a:r>
          </a:p>
        </p:txBody>
      </p:sp>
    </p:spTree>
    <p:extLst>
      <p:ext uri="{BB962C8B-B14F-4D97-AF65-F5344CB8AC3E}">
        <p14:creationId xmlns:p14="http://schemas.microsoft.com/office/powerpoint/2010/main" val="1041832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C1A96F-3422-1928-FE2C-AFCDDCB57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2318A-2729-CE16-20AD-30DFDD4C0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Pixel art</a:t>
            </a:r>
          </a:p>
          <a:p>
            <a:r>
              <a:rPr lang="en-US" sz="1800">
                <a:solidFill>
                  <a:schemeClr val="tx2"/>
                </a:solidFill>
              </a:rPr>
              <a:t>Je bent </a:t>
            </a:r>
            <a:r>
              <a:rPr lang="en-US" sz="1800" err="1">
                <a:solidFill>
                  <a:schemeClr val="tx2"/>
                </a:solidFill>
              </a:rPr>
              <a:t>een</a:t>
            </a:r>
            <a:r>
              <a:rPr lang="en-US" sz="1800">
                <a:solidFill>
                  <a:schemeClr val="tx2"/>
                </a:solidFill>
              </a:rPr>
              <a:t> robot</a:t>
            </a:r>
          </a:p>
          <a:p>
            <a:r>
              <a:rPr lang="en-US" sz="1800" err="1">
                <a:solidFill>
                  <a:schemeClr val="tx2"/>
                </a:solidFill>
              </a:rPr>
              <a:t>Prehistorie</a:t>
            </a:r>
            <a:r>
              <a:rPr lang="en-US" sz="1800">
                <a:solidFill>
                  <a:schemeClr val="tx2"/>
                </a:solidFill>
              </a:rPr>
              <a:t> level is in </a:t>
            </a:r>
            <a:r>
              <a:rPr lang="en-US" sz="1800" err="1">
                <a:solidFill>
                  <a:schemeClr val="tx2"/>
                </a:solidFill>
              </a:rPr>
              <a:t>een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bos</a:t>
            </a:r>
            <a:r>
              <a:rPr lang="en-US" sz="1800">
                <a:solidFill>
                  <a:schemeClr val="tx2"/>
                </a:solidFill>
              </a:rPr>
              <a:t> met </a:t>
            </a:r>
            <a:r>
              <a:rPr lang="en-US" sz="1800" err="1">
                <a:solidFill>
                  <a:schemeClr val="tx2"/>
                </a:solidFill>
              </a:rPr>
              <a:t>een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dinosaurssen</a:t>
            </a:r>
            <a:r>
              <a:rPr lang="en-US" sz="1800">
                <a:solidFill>
                  <a:schemeClr val="tx2"/>
                </a:solidFill>
              </a:rPr>
              <a:t> die je </a:t>
            </a:r>
            <a:r>
              <a:rPr lang="en-US" sz="1800" err="1">
                <a:solidFill>
                  <a:schemeClr val="tx2"/>
                </a:solidFill>
              </a:rPr>
              <a:t>achtervolgen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Begin level is in </a:t>
            </a:r>
            <a:r>
              <a:rPr lang="en-US" sz="1800" err="1">
                <a:solidFill>
                  <a:schemeClr val="tx2"/>
                </a:solidFill>
              </a:rPr>
              <a:t>een</a:t>
            </a:r>
            <a:r>
              <a:rPr lang="en-US" sz="1800">
                <a:solidFill>
                  <a:schemeClr val="tx2"/>
                </a:solidFill>
              </a:rPr>
              <a:t> lab </a:t>
            </a:r>
            <a:r>
              <a:rPr lang="en-US" sz="1800" err="1">
                <a:solidFill>
                  <a:schemeClr val="tx2"/>
                </a:solidFill>
              </a:rPr>
              <a:t>waar</a:t>
            </a:r>
            <a:r>
              <a:rPr lang="en-US" sz="1800">
                <a:solidFill>
                  <a:schemeClr val="tx2"/>
                </a:solidFill>
              </a:rPr>
              <a:t> je </a:t>
            </a:r>
            <a:r>
              <a:rPr lang="en-US" sz="1800" err="1">
                <a:solidFill>
                  <a:schemeClr val="tx2"/>
                </a:solidFill>
              </a:rPr>
              <a:t>moet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ontsnappen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naar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een</a:t>
            </a:r>
            <a:r>
              <a:rPr lang="en-US" sz="1800">
                <a:solidFill>
                  <a:schemeClr val="tx2"/>
                </a:solidFill>
              </a:rPr>
              <a:t> machine die je </a:t>
            </a:r>
            <a:r>
              <a:rPr lang="en-US" sz="1800" err="1">
                <a:solidFill>
                  <a:schemeClr val="tx2"/>
                </a:solidFill>
              </a:rPr>
              <a:t>naar</a:t>
            </a:r>
            <a:r>
              <a:rPr lang="en-US" sz="1800">
                <a:solidFill>
                  <a:schemeClr val="tx2"/>
                </a:solidFill>
              </a:rPr>
              <a:t> de </a:t>
            </a:r>
            <a:r>
              <a:rPr lang="en-US" sz="1800" err="1">
                <a:solidFill>
                  <a:schemeClr val="tx2"/>
                </a:solidFill>
              </a:rPr>
              <a:t>toekomst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stuurt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err="1">
                <a:solidFill>
                  <a:schemeClr val="tx2"/>
                </a:solidFill>
              </a:rPr>
              <a:t>Toekomst</a:t>
            </a:r>
            <a:r>
              <a:rPr lang="en-US" sz="1800">
                <a:solidFill>
                  <a:schemeClr val="tx2"/>
                </a:solidFill>
              </a:rPr>
              <a:t> level is </a:t>
            </a:r>
            <a:r>
              <a:rPr lang="en-US" sz="1800" err="1">
                <a:solidFill>
                  <a:schemeClr val="tx2"/>
                </a:solidFill>
              </a:rPr>
              <a:t>een</a:t>
            </a:r>
            <a:r>
              <a:rPr lang="en-US" sz="1800">
                <a:solidFill>
                  <a:schemeClr val="tx2"/>
                </a:solidFill>
              </a:rPr>
              <a:t> fallout </a:t>
            </a:r>
            <a:r>
              <a:rPr lang="en-US" sz="1800" err="1">
                <a:solidFill>
                  <a:schemeClr val="tx2"/>
                </a:solidFill>
              </a:rPr>
              <a:t>achtige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wereld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waar</a:t>
            </a:r>
            <a:r>
              <a:rPr lang="en-US" sz="1800">
                <a:solidFill>
                  <a:schemeClr val="tx2"/>
                </a:solidFill>
              </a:rPr>
              <a:t> je </a:t>
            </a:r>
            <a:r>
              <a:rPr lang="en-US" sz="1800" err="1">
                <a:solidFill>
                  <a:schemeClr val="tx2"/>
                </a:solidFill>
              </a:rPr>
              <a:t>terug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naar</a:t>
            </a:r>
            <a:r>
              <a:rPr lang="en-US" sz="1800">
                <a:solidFill>
                  <a:schemeClr val="tx2"/>
                </a:solidFill>
              </a:rPr>
              <a:t> de prehistory </a:t>
            </a:r>
            <a:r>
              <a:rPr lang="en-US" sz="1800" err="1">
                <a:solidFill>
                  <a:schemeClr val="tx2"/>
                </a:solidFill>
              </a:rPr>
              <a:t>moet</a:t>
            </a:r>
            <a:r>
              <a:rPr lang="en-US" sz="1800">
                <a:solidFill>
                  <a:schemeClr val="tx2"/>
                </a:solidFill>
              </a:rPr>
              <a:t> om </a:t>
            </a:r>
            <a:r>
              <a:rPr lang="en-US" sz="1800" err="1">
                <a:solidFill>
                  <a:schemeClr val="tx2"/>
                </a:solidFill>
              </a:rPr>
              <a:t>toekomst</a:t>
            </a:r>
            <a:r>
              <a:rPr lang="en-US" sz="1800">
                <a:solidFill>
                  <a:schemeClr val="tx2"/>
                </a:solidFill>
              </a:rPr>
              <a:t> </a:t>
            </a:r>
            <a:r>
              <a:rPr lang="en-US" sz="1800" err="1">
                <a:solidFill>
                  <a:schemeClr val="tx2"/>
                </a:solidFill>
              </a:rPr>
              <a:t>te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veranderen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err="1">
                <a:solidFill>
                  <a:schemeClr val="tx2"/>
                </a:solidFill>
              </a:rPr>
              <a:t>Toekomst</a:t>
            </a:r>
            <a:r>
              <a:rPr lang="en-US" sz="1800">
                <a:solidFill>
                  <a:schemeClr val="tx2"/>
                </a:solidFill>
              </a:rPr>
              <a:t> level </a:t>
            </a:r>
            <a:r>
              <a:rPr lang="en-US" sz="1800" err="1">
                <a:solidFill>
                  <a:schemeClr val="tx2"/>
                </a:solidFill>
              </a:rPr>
              <a:t>nadat</a:t>
            </a:r>
            <a:r>
              <a:rPr lang="en-US" sz="1800">
                <a:solidFill>
                  <a:schemeClr val="tx2"/>
                </a:solidFill>
              </a:rPr>
              <a:t> je het </a:t>
            </a:r>
            <a:r>
              <a:rPr lang="en-US" sz="1800" err="1">
                <a:solidFill>
                  <a:schemeClr val="tx2"/>
                </a:solidFill>
              </a:rPr>
              <a:t>hebt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gered</a:t>
            </a:r>
            <a:r>
              <a:rPr lang="en-US" sz="1800">
                <a:solidFill>
                  <a:schemeClr val="tx2"/>
                </a:solidFill>
              </a:rPr>
              <a:t> is </a:t>
            </a:r>
            <a:r>
              <a:rPr lang="en-US" sz="1800" err="1">
                <a:solidFill>
                  <a:schemeClr val="tx2"/>
                </a:solidFill>
              </a:rPr>
              <a:t>een</a:t>
            </a:r>
            <a:r>
              <a:rPr lang="en-US" sz="1800">
                <a:solidFill>
                  <a:schemeClr val="tx2"/>
                </a:solidFill>
              </a:rPr>
              <a:t> sci-fi/utopia </a:t>
            </a:r>
            <a:r>
              <a:rPr lang="en-US" sz="1800" err="1">
                <a:solidFill>
                  <a:schemeClr val="tx2"/>
                </a:solidFill>
              </a:rPr>
              <a:t>achtige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wereld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waar</a:t>
            </a:r>
            <a:r>
              <a:rPr lang="en-US" sz="1800">
                <a:solidFill>
                  <a:schemeClr val="tx2"/>
                </a:solidFill>
              </a:rPr>
              <a:t> het </a:t>
            </a:r>
            <a:r>
              <a:rPr lang="en-US" sz="1800" err="1">
                <a:solidFill>
                  <a:schemeClr val="tx2"/>
                </a:solidFill>
              </a:rPr>
              <a:t>spel</a:t>
            </a:r>
            <a:r>
              <a:rPr lang="en-US" sz="1800">
                <a:solidFill>
                  <a:schemeClr val="tx2"/>
                </a:solidFill>
              </a:rPr>
              <a:t> eindigt</a:t>
            </a: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49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DB7AC29-4F4E-4A2D-17ED-F9C1B3105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nl-NL" sz="3600">
                <a:solidFill>
                  <a:schemeClr val="tx2"/>
                </a:solidFill>
              </a:rPr>
              <a:t>Story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6DB4CD1-123E-033B-A9C1-438F0FE74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sz="1800">
                <a:solidFill>
                  <a:schemeClr val="tx2"/>
                </a:solidFill>
              </a:rPr>
              <a:t>Tijdreizen naar toekomst (fallout/apocalypse thema)</a:t>
            </a:r>
          </a:p>
          <a:p>
            <a:r>
              <a:rPr lang="nl-NL" sz="1800">
                <a:solidFill>
                  <a:schemeClr val="tx2"/>
                </a:solidFill>
              </a:rPr>
              <a:t>Dan naar prehistorie en dan weer terug naar toekomst (utopia)</a:t>
            </a:r>
          </a:p>
          <a:p>
            <a:r>
              <a:rPr lang="nl-NL" sz="1800">
                <a:solidFill>
                  <a:schemeClr val="tx2"/>
                </a:solidFill>
              </a:rPr>
              <a:t>(Thema dus veranderd)</a:t>
            </a:r>
          </a:p>
        </p:txBody>
      </p:sp>
    </p:spTree>
    <p:extLst>
      <p:ext uri="{BB962C8B-B14F-4D97-AF65-F5344CB8AC3E}">
        <p14:creationId xmlns:p14="http://schemas.microsoft.com/office/powerpoint/2010/main" val="245991183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2dbbaa-34c5-4611-8c0f-c6861fd4cfc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DA30B96179114E817B09F4C55B76A1" ma:contentTypeVersion="9" ma:contentTypeDescription="Een nieuw document maken." ma:contentTypeScope="" ma:versionID="c87dcff3d364c82f2b2cee264dc35d43">
  <xsd:schema xmlns:xsd="http://www.w3.org/2001/XMLSchema" xmlns:xs="http://www.w3.org/2001/XMLSchema" xmlns:p="http://schemas.microsoft.com/office/2006/metadata/properties" xmlns:ns3="1e2dbbaa-34c5-4611-8c0f-c6861fd4cfc6" targetNamespace="http://schemas.microsoft.com/office/2006/metadata/properties" ma:root="true" ma:fieldsID="122ba7af35f227e7a087cb560f9a38a3" ns3:_="">
    <xsd:import namespace="1e2dbbaa-34c5-4611-8c0f-c6861fd4cfc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dbbaa-34c5-4611-8c0f-c6861fd4cfc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8BA863-A8F9-442B-9A53-CD8F60382600}">
  <ds:schemaRefs>
    <ds:schemaRef ds:uri="1e2dbbaa-34c5-4611-8c0f-c6861fd4cfc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BF681F6-4544-4881-AB0C-A290C0579B47}">
  <ds:schemaRefs>
    <ds:schemaRef ds:uri="1e2dbbaa-34c5-4611-8c0f-c6861fd4cf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5CFACC4-C123-4762-9DF5-AD07158395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Breedbeeld</PresentationFormat>
  <Slides>4</Slides>
  <Notes>0</Notes>
  <HiddenSlides>0</HiddenSlide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5" baseType="lpstr">
      <vt:lpstr>Kantoorthema</vt:lpstr>
      <vt:lpstr>The Time Traveler</vt:lpstr>
      <vt:lpstr>Concept</vt:lpstr>
      <vt:lpstr>Design</vt:lpstr>
      <vt:lpstr>Story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Vreijling, Sander</dc:creator>
  <cp:revision>2</cp:revision>
  <dcterms:created xsi:type="dcterms:W3CDTF">2026-05-12T07:07:22Z</dcterms:created>
  <dcterms:modified xsi:type="dcterms:W3CDTF">2026-05-19T07:52:36Z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0x010100DBDA30B96179114E817B09F4C55B76A1</vt:lpwstr>
  </property>
</Properties>
</file>